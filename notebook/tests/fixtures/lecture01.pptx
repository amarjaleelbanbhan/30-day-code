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Emphasise: exam question every year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state diagram on 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process is a program in execution</a:t>
            </a:r>
          </a:p>
          <a:p>
            <a:pPr/>
            <a:r>
              <a:t>Program = passive entity; process = active entity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Memory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section: program code</a:t>
            </a:r>
          </a:p>
          <a:p>
            <a:pPr/>
            <a:r>
              <a:t>Data section: global variables</a:t>
            </a:r>
          </a:p>
          <a:p>
            <a:pPr/>
            <a:r>
              <a:t>Heap: memory dynamically allocated during run time</a:t>
            </a:r>
          </a:p>
          <a:p>
            <a:pPr/>
            <a:r>
              <a:t>Stack: temporary data used when invoking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New, Ready, Running, Waiting, Terminated</a:t>
            </a:r>
          </a:p>
          <a:p>
            <a:pPr lvl="1"/>
            <a:r>
              <a:t>Only one process can be running on a core at any instant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Control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PCB stores process state, program counter, CPU registers</a:t>
            </a:r>
          </a:p>
          <a:p>
            <a:pPr/>
            <a:r>
              <a:t>Also scheduling and memory-management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