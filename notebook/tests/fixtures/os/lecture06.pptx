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Many-to-one cannot run threads in parallel on multicore systems; he said this will be a short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6: Threads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thread is a basic unit of CPU utilization</a:t>
            </a:r>
          </a:p>
          <a:p>
            <a:pPr/>
            <a:r>
              <a:t>It comprises a thread ID, a program counter, a register set and a stack</a:t>
            </a:r>
          </a:p>
          <a:p>
            <a:pPr/>
            <a:r>
              <a:t>Threads of the same process share its code section, data section and open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Responsiveness, resource sharing, economy, scalability</a:t>
            </a:r>
          </a:p>
          <a:p>
            <a:pPr/>
            <a:r>
              <a:t>Creating a thread is cheaper than creating a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Multicore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Concurrency vs parallelism: a single core can provide concurrency by interleaving threads</a:t>
            </a:r>
          </a:p>
          <a:p>
            <a:pPr/>
            <a:r>
              <a:t>Challenges: dividing activities, balance, data splitting, data dependency, testing and debugging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Multithreading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Many-to-one, one-to-one, many-to-many</a:t>
            </a:r>
          </a:p>
          <a:p>
            <a:pPr/>
            <a:r>
              <a:t>Linux and Windows use the one-to-one model between user threads and kernel threads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