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Mach is the classic microkernel example; QNX is used in cars because a crashed driver does not bring the system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4: Kernel Architectures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Operating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Microkernels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Moves as much functionality as possible from the kernel into user space</a:t>
            </a:r>
          </a:p>
          <a:p>
            <a:pPr/>
            <a:r>
              <a:t>Communication between user modules uses message passing</a:t>
            </a:r>
          </a:p>
          <a:p>
            <a:pPr/>
            <a:r>
              <a:t>Benefits: easier to extend, easier to port, more reliable and more secure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Microkernel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Performance overhead of user-space to kernel-space communication</a:t>
            </a:r>
          </a:p>
          <a:p>
            <a:pPr/>
            <a:r>
              <a:t>Each message must be copied between services, and the OS must switch from one process to the next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Most modern operating systems combine monolithic and microkernel approaches</a:t>
            </a:r>
          </a:p>
          <a:p>
            <a:pPr/>
            <a:r>
              <a:t>macOS and iOS use the Darwin hybrid kernel (Mach microkernel plus BSD UNIX)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Inter-Process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Inter-process communication (IPC) lets processes exchange data</a:t>
            </a:r>
          </a:p>
          <a:p>
            <a:pPr/>
            <a:r>
              <a:t>Two models: shared memory and message passing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