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Remember: traps are how system calls enter the kernel. We will come back to this in Lecture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1: Introduction to Operating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Operating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Operating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 operating system is a program that acts as an intermediary between the user and the computer hardware</a:t>
            </a:r>
          </a:p>
          <a:p>
            <a:pPr/>
            <a:r>
              <a:t>Goals: execute user programs, make the computer convenient to use, use hardware efficiently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Computer-System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One or more CPUs and device controllers connected through a common bus to shared memory</a:t>
            </a:r>
          </a:p>
          <a:p>
            <a:pPr/>
            <a:r>
              <a:t>Device controllers inform the CPU that they have finished an operation by causing an interrupt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Interrupts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 interrupt transfers control to the interrupt service routine through the interrupt vector</a:t>
            </a:r>
          </a:p>
          <a:p>
            <a:pPr/>
            <a:r>
              <a:t>A trap (or exception) is a software-generated interrupt caused by an error or a user request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Dual-Mode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 mode and kernel mode, distinguished by a mode bit provided by the hardware</a:t>
            </a:r>
          </a:p>
          <a:p>
            <a:pPr/>
            <a:r>
              <a:t>Privileged instructions can only be executed in kernel mode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