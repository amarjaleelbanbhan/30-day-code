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method is what Linux uses when there are more than five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3: System Calls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System calls provide an interface to the services made available by an operating system</a:t>
            </a:r>
          </a:p>
          <a:p>
            <a:pPr/>
            <a:r>
              <a:t>Typically written in C or C++; accessed through an application programming interface (API)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and System-Call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API specifies a set of functions available to programmers, e.g. the POSIX API</a:t>
            </a:r>
          </a:p>
          <a:p>
            <a:pPr/>
            <a:r>
              <a:t>The system-call interface intercepts function calls in the API and invokes the necessary system calls within the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Passing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Pass parameters in registers</a:t>
            </a:r>
          </a:p>
          <a:p>
            <a:pPr/>
            <a:r>
              <a:t>Store parameters in a block (table) in memory and pass the address of the block in a register</a:t>
            </a:r>
          </a:p>
          <a:p>
            <a:pPr/>
            <a:r>
              <a:t>Push parameters onto the stack by the program and pop them off by the operating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Process control: fork(), exec(), wait(), exit()</a:t>
            </a:r>
          </a:p>
          <a:p>
            <a:pPr/>
            <a:r>
              <a:t>File management, device management, information maintenance, communications,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