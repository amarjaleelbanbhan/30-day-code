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SJF is optimal but it cannot be implemented exactly, because the length of the next CPU burst is not known; we can only predict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7: CPU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Maximum CPU utilization is obtained with multiprogramming</a:t>
            </a:r>
          </a:p>
          <a:p>
            <a:pPr/>
            <a:r>
              <a:t>Process execution consists of a cycle of CPU execution and I/O wait: the CPU-I/O burst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CPU scheduler selects a process from the processes in the ready queue and allocates the CPU to it</a:t>
            </a:r>
          </a:p>
          <a:p>
            <a:pPr/>
            <a:r>
              <a:t>Scheduling can be preemptive or nonpreemptive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Dispatcher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dispatcher gives control of the CPU to the process selected by the scheduler</a:t>
            </a:r>
          </a:p>
          <a:p>
            <a:pPr/>
            <a:r>
              <a:t>Dispatch latency: the time it takes for the dispatcher to stop one process and start another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CPU utilization, throughput, turnaround time, waiting time, response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First-Come, First-Served (FCFS)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process that requests the CPU first is allocated the CPU first</a:t>
            </a:r>
          </a:p>
          <a:p>
            <a:pPr/>
            <a:r>
              <a:t>Example: P1 = 24 ms, P2 = 3 ms, P3 = 3 ms; average waiting time = (0 + 24 + 27) / 3 = 17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Shortest-Job-First (SJF)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Associate with each process the length of its next CPU burst and pick the shortest</a:t>
            </a:r>
          </a:p>
          <a:p>
            <a:pPr/>
            <a:r>
              <a:t>SJF gives the minimum average waiting time for a given set of processes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 Robin (RR)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Each process gets a small unit of CPU time, the time quantum, usually 10 to 100 milliseconds</a:t>
            </a:r>
          </a:p>
          <a:p>
            <a:pPr/>
            <a:r>
              <a:t>After the quantum expires the process is preempted and added to the end of the ready queue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CPU is allocated to the process with the highest priority</a:t>
            </a:r>
          </a:p>
          <a:p>
            <a:pPr/>
            <a:r>
              <a:t>Problem: starvation. Solution: aging, which gradually increases the priority of waiting processes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