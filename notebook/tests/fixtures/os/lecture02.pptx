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Traditional UNIX and Linux are the examples he wants us to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2: Operating-System Structures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Operating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Operating-System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User interface: command-line interface (CLI), graphical user interface (GUI), touch screen</a:t>
            </a:r>
          </a:p>
          <a:p>
            <a:pPr/>
            <a:r>
              <a:t>Program execution, I/O operations, file-system manipulation, communications, error detection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Monolithic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entire kernel runs as a single program in a single address space</a:t>
            </a:r>
          </a:p>
          <a:p>
            <a:pPr/>
            <a:r>
              <a:t>Fast, because there is little overhead in the system-call interface, but hard to extend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Layered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operating system is divided into a number of layers; layer 0 is the hardware</a:t>
            </a:r>
          </a:p>
          <a:p>
            <a:pPr/>
            <a:r>
              <a:t>Each layer only uses functions and services of lower-level layers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Loadable kernel modules (LKMs) let the kernel link in additional services at boot or run time</a:t>
            </a:r>
          </a:p>
          <a:p>
            <a:pPr/>
            <a:r>
              <a:t>Linux uses loadable kernel modules for device drivers and file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