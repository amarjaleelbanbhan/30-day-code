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vs process is asked in the exam every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process state diagram in the exam, with every transition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PCB is also called task control block. He stressed this one: exam favourite.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5: Processes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process is a program in execution</a:t>
            </a:r>
          </a:p>
          <a:p>
            <a:pPr/>
            <a:r>
              <a:t>A program is a passive entity stored on disk; a process is an active entity</a:t>
            </a:r>
          </a:p>
          <a:p>
            <a:pPr/>
            <a:r>
              <a:t>A program becomes a process when an executable file is loaded into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Text section: the executable code</a:t>
            </a:r>
          </a:p>
          <a:p>
            <a:pPr/>
            <a:r>
              <a:t>Data section: global variables</a:t>
            </a:r>
          </a:p>
          <a:p>
            <a:pPr/>
            <a:r>
              <a:t>Heap: memory that is dynamically allocated during program run time</a:t>
            </a:r>
          </a:p>
          <a:p>
            <a:pPr/>
            <a:r>
              <a:t>Stack: temporary data storage when invoking functions, such as function parameters, return addresses and local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 a process executes, it changes state</a:t>
            </a:r>
          </a:p>
          <a:p>
            <a:pPr/>
            <a:r>
              <a:t>New, Ready, Running, Waiting, Terminated: five states</a:t>
            </a:r>
          </a:p>
          <a:p>
            <a:pPr lvl="1"/>
            <a:r>
              <a:t>Only one process can be running on any processor core at any instant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process is represented in the OS by a process control block</a:t>
            </a:r>
          </a:p>
          <a:p>
            <a:pPr/>
            <a:r>
              <a:t>Contains process state, program counter, CPU registers, CPU-scheduling information, memory-management information, accounting and I/O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the CPU switches to another process, the system saves the state of the old process and loads the saved state of the new process</a:t>
            </a:r>
          </a:p>
          <a:p>
            <a:pPr/>
            <a:r>
              <a:t>Context-switch time is pure overhead; the system does no useful work while switching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